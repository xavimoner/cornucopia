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51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17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363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11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600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720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442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453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015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9998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570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5449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C5BE4-68B1-4EE5-92B3-21B2B23636D5}" type="datetimeFigureOut">
              <a:rPr lang="es-ES" smtClean="0"/>
              <a:t>16/05/2024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4C992-1FA0-448A-8AF9-1C357933178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840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/>
          <p:cNvSpPr/>
          <p:nvPr/>
        </p:nvSpPr>
        <p:spPr>
          <a:xfrm>
            <a:off x="486137" y="370389"/>
            <a:ext cx="11887200" cy="8472669"/>
          </a:xfrm>
          <a:prstGeom prst="rect">
            <a:avLst/>
          </a:prstGeom>
          <a:solidFill>
            <a:schemeClr val="bg1"/>
          </a:solidFill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/>
          <p:cNvSpPr txBox="1"/>
          <p:nvPr/>
        </p:nvSpPr>
        <p:spPr>
          <a:xfrm>
            <a:off x="821804" y="1180618"/>
            <a:ext cx="3657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Duración</a:t>
            </a:r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: </a:t>
            </a:r>
          </a:p>
          <a:p>
            <a:endParaRPr lang="es-ES" sz="2000" dirty="0" smtClean="0"/>
          </a:p>
          <a:p>
            <a:endParaRPr lang="es-ES" sz="2000" dirty="0" smtClean="0"/>
          </a:p>
          <a:p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Inversión:</a:t>
            </a:r>
            <a:endParaRPr lang="es-E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sz="2000" dirty="0" smtClean="0"/>
          </a:p>
          <a:p>
            <a:endParaRPr lang="es-ES" sz="2000" dirty="0" smtClean="0"/>
          </a:p>
          <a:p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Financiación UE:</a:t>
            </a:r>
            <a:endParaRPr lang="es-E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s-ES" sz="2000" dirty="0" smtClean="0"/>
          </a:p>
          <a:p>
            <a:endParaRPr lang="es-ES" sz="2000" dirty="0" smtClean="0"/>
          </a:p>
          <a:p>
            <a:endParaRPr lang="es-ES" sz="2000" dirty="0"/>
          </a:p>
        </p:txBody>
      </p:sp>
      <p:cxnSp>
        <p:nvCxnSpPr>
          <p:cNvPr id="6" name="Conector recto 5"/>
          <p:cNvCxnSpPr/>
          <p:nvPr/>
        </p:nvCxnSpPr>
        <p:spPr>
          <a:xfrm>
            <a:off x="821804" y="1990845"/>
            <a:ext cx="3310360" cy="0"/>
          </a:xfrm>
          <a:prstGeom prst="line">
            <a:avLst/>
          </a:prstGeom>
          <a:ln w="444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>
            <a:off x="821804" y="2918750"/>
            <a:ext cx="3310360" cy="0"/>
          </a:xfrm>
          <a:prstGeom prst="line">
            <a:avLst/>
          </a:prstGeom>
          <a:ln w="444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CuadroTexto 7"/>
          <p:cNvSpPr txBox="1"/>
          <p:nvPr/>
        </p:nvSpPr>
        <p:spPr>
          <a:xfrm>
            <a:off x="4617333" y="1054324"/>
            <a:ext cx="7592992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Operación:</a:t>
            </a:r>
            <a:r>
              <a:rPr lang="es-ES" sz="2000" dirty="0" smtClean="0"/>
              <a:t> </a:t>
            </a:r>
            <a:r>
              <a:rPr lang="es-ES" sz="2800" b="1" dirty="0" smtClean="0"/>
              <a:t>AYUDAS INDUSTRIA 4.0 AÑO 2024- EXP. 2024/IND4/XX</a:t>
            </a:r>
          </a:p>
          <a:p>
            <a:endParaRPr lang="es-ES" sz="2000" dirty="0"/>
          </a:p>
          <a:p>
            <a:r>
              <a:rPr lang="es-ES" sz="2000" dirty="0" smtClean="0">
                <a:solidFill>
                  <a:schemeClr val="bg2">
                    <a:lumMod val="75000"/>
                  </a:schemeClr>
                </a:solidFill>
              </a:rPr>
              <a:t>(Indicar aquí el titulo de la operación).</a:t>
            </a:r>
          </a:p>
          <a:p>
            <a:endParaRPr lang="es-ES" sz="2000" dirty="0"/>
          </a:p>
          <a:p>
            <a:endParaRPr lang="es-E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sz="2000" dirty="0" smtClean="0">
                <a:solidFill>
                  <a:schemeClr val="accent1">
                    <a:lumMod val="50000"/>
                  </a:schemeClr>
                </a:solidFill>
              </a:rPr>
              <a:t>Descripción de la operación:</a:t>
            </a:r>
          </a:p>
          <a:p>
            <a:endParaRPr lang="es-ES" sz="2000" dirty="0" smtClean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s-ES" sz="2000" dirty="0" smtClean="0">
                <a:solidFill>
                  <a:schemeClr val="bg2">
                    <a:lumMod val="75000"/>
                  </a:schemeClr>
                </a:solidFill>
              </a:rPr>
              <a:t>(Incluir aquí una breve descripción de la actuación)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</a:t>
            </a:r>
          </a:p>
          <a:p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endParaRPr lang="es-ES" sz="2000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s-ES" sz="2000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accent1">
                    <a:lumMod val="50000"/>
                  </a:schemeClr>
                </a:solidFill>
              </a:rPr>
              <a:t>Objetivo Principal: </a:t>
            </a:r>
            <a:r>
              <a:rPr lang="es-ES" sz="2000" dirty="0" smtClean="0"/>
              <a:t>“Desarrollar y mejorar las capacidades de </a:t>
            </a:r>
            <a:r>
              <a:rPr lang="es-ES" sz="2000" dirty="0" smtClean="0"/>
              <a:t> investigación </a:t>
            </a:r>
            <a:r>
              <a:rPr lang="es-ES" sz="2000" dirty="0" smtClean="0"/>
              <a:t>e innovación y asimilar tecnologías avanzadas”</a:t>
            </a:r>
            <a:endParaRPr lang="es-ES" sz="2000" dirty="0"/>
          </a:p>
        </p:txBody>
      </p:sp>
      <p:cxnSp>
        <p:nvCxnSpPr>
          <p:cNvPr id="9" name="Conector recto 8"/>
          <p:cNvCxnSpPr/>
          <p:nvPr/>
        </p:nvCxnSpPr>
        <p:spPr>
          <a:xfrm>
            <a:off x="4716682" y="2710404"/>
            <a:ext cx="7394294" cy="21221"/>
          </a:xfrm>
          <a:prstGeom prst="line">
            <a:avLst/>
          </a:prstGeom>
          <a:ln w="444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4" y="7369066"/>
            <a:ext cx="2465408" cy="75072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884" y="7369066"/>
            <a:ext cx="2253346" cy="563599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803" y="7305403"/>
            <a:ext cx="1616450" cy="81438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428" y="7176305"/>
            <a:ext cx="1852979" cy="1215930"/>
          </a:xfrm>
          <a:prstGeom prst="rect">
            <a:avLst/>
          </a:prstGeom>
        </p:spPr>
      </p:pic>
      <p:cxnSp>
        <p:nvCxnSpPr>
          <p:cNvPr id="19" name="Conector recto 18"/>
          <p:cNvCxnSpPr/>
          <p:nvPr/>
        </p:nvCxnSpPr>
        <p:spPr>
          <a:xfrm>
            <a:off x="4716682" y="5374510"/>
            <a:ext cx="7394294" cy="21221"/>
          </a:xfrm>
          <a:prstGeom prst="line">
            <a:avLst/>
          </a:prstGeom>
          <a:ln w="444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" name="Imagen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28" y="4560199"/>
            <a:ext cx="2247399" cy="2247399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821804" y="3892953"/>
            <a:ext cx="3310360" cy="0"/>
          </a:xfrm>
          <a:prstGeom prst="line">
            <a:avLst/>
          </a:prstGeom>
          <a:ln w="444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3596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59</Words>
  <Application>Microsoft Office PowerPoint</Application>
  <PresentationFormat>Papel A3 (297 x 420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Gobierno de Cantabria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Ortiz Portilla Angela</dc:creator>
  <cp:lastModifiedBy>Ortiz Portilla Angela</cp:lastModifiedBy>
  <cp:revision>6</cp:revision>
  <dcterms:created xsi:type="dcterms:W3CDTF">2024-05-14T11:01:32Z</dcterms:created>
  <dcterms:modified xsi:type="dcterms:W3CDTF">2024-05-16T09:00:52Z</dcterms:modified>
</cp:coreProperties>
</file>